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3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4.png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67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5" y="635"/>
            <a:ext cx="12191365" cy="68573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78105"/>
            <a:ext cx="12192635" cy="67798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0"/>
            <a:ext cx="12192635" cy="67640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vaishnavi</dc:creator>
  <cp:lastModifiedBy>vaishnavi</cp:lastModifiedBy>
  <cp:revision>1</cp:revision>
  <dcterms:created xsi:type="dcterms:W3CDTF">2026-10-17T14:27:54Z</dcterms:created>
  <dcterms:modified xsi:type="dcterms:W3CDTF">2026-10-17T14:27:54Z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9A04F043C8B2451ABBECFEED05A4D12F_11</vt:lpwstr>
  </property>
</Properties>
</file>